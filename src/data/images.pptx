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8" r:id="rId4"/>
    <p:sldId id="267" r:id="rId5"/>
    <p:sldId id="258" r:id="rId6"/>
    <p:sldId id="257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5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1772D-EC37-D7A6-E3B5-B0386C77B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703A-7374-F37B-F13C-EA72070CD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557BE4-9E01-BF06-08D8-77D3A4E9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469" t="8690" r="30390" b="23983"/>
          <a:stretch/>
        </p:blipFill>
        <p:spPr>
          <a:xfrm>
            <a:off x="1707478" y="0"/>
            <a:ext cx="74174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69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220A-D07A-476D-845A-C30B5E9C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71259-8801-42F2-9621-55059D461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70FE40-5F9A-44C3-9EAF-DC56D515AD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84" t="12798" r="30526" b="16660"/>
          <a:stretch/>
        </p:blipFill>
        <p:spPr>
          <a:xfrm>
            <a:off x="2723949" y="112524"/>
            <a:ext cx="6824312" cy="655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001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0325-4677-45F6-98A3-2F16B761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A8D24-B44B-4E7C-9438-C6FF4039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3FFFF-0E75-4205-BBFF-7A86C8F31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26" t="21980" r="25394" b="12131"/>
          <a:stretch/>
        </p:blipFill>
        <p:spPr>
          <a:xfrm>
            <a:off x="1072308" y="233625"/>
            <a:ext cx="9197848" cy="66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-83372"/>
            <a:ext cx="10732364" cy="68109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D58F4-96F9-45AE-B3C9-1E9EACA205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186677" y="2139186"/>
            <a:ext cx="5383887" cy="34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544252" y="365125"/>
            <a:ext cx="7098037" cy="2978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A49FF9-A054-4F1A-83AE-2524738C5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37" t="32835" r="12639" b="14545"/>
          <a:stretch/>
        </p:blipFill>
        <p:spPr>
          <a:xfrm>
            <a:off x="3783435" y="1124124"/>
            <a:ext cx="6769915" cy="528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D25FF-643A-4449-A932-485EBBF2A7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44" t="12939" r="26239" b="1824"/>
          <a:stretch/>
        </p:blipFill>
        <p:spPr>
          <a:xfrm>
            <a:off x="2919368" y="328422"/>
            <a:ext cx="6778305" cy="628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15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0840-F603-4F95-B58F-FF591111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2F9E3-867A-49C4-B478-7EA6C740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3E6C2-B2C2-41DE-9F78-7E7E2997F7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9" t="17249" r="1687" b="13394"/>
          <a:stretch/>
        </p:blipFill>
        <p:spPr>
          <a:xfrm>
            <a:off x="343949" y="209318"/>
            <a:ext cx="10727483" cy="628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30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E4785-F443-486F-A3AF-B6CAEAD140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271" t="27039" r="16949" b="5381"/>
          <a:stretch/>
        </p:blipFill>
        <p:spPr>
          <a:xfrm>
            <a:off x="1350628" y="365125"/>
            <a:ext cx="8892331" cy="641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16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1626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18</cp:revision>
  <dcterms:created xsi:type="dcterms:W3CDTF">2024-12-17T21:14:20Z</dcterms:created>
  <dcterms:modified xsi:type="dcterms:W3CDTF">2026-04-23T16:33:07Z</dcterms:modified>
</cp:coreProperties>
</file>