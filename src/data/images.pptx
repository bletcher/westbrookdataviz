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49F1B-E80B-A17F-E1D9-BFF3FAE39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63F5EF-7765-1F0A-68F1-09118F6E6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ECD33-5080-E563-C486-F6D3549B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180A-8C38-4DA9-BE14-020F85743E2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6807C-2EAD-D72A-BEE6-2F584858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1EDB8-7F21-1A47-8780-C86721B41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EFCB4-4012-4175-B15B-F2DCEFA37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70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51E8D-5492-0D1C-E2D0-A2B1A552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BBF97-5410-A12E-3001-829DC485C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19B78-AEF3-9DEF-AE83-F2496DE76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180A-8C38-4DA9-BE14-020F85743E2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20F81-997B-8CA7-6CE3-BFDD94FF4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DB01C-6FB0-A9D1-48EB-8778C680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EFCB4-4012-4175-B15B-F2DCEFA37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19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F7F7-CA04-7935-A7D9-0A2FBE84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CE4DE-B462-F8FF-8169-94057C78B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A3AB4-BCE2-32A0-9123-D95CC5EE7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180A-8C38-4DA9-BE14-020F85743E2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37FFC-0826-C907-736A-5390CFC4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D96A2-40D1-CF33-7EC4-2516FDFB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EFCB4-4012-4175-B15B-F2DCEFA37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58D8-B34C-3F75-7174-6051A301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F3C42-0C62-AE55-4BDE-2D9785CE9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CF7A7-9BCA-CE22-1BA1-6AA68C865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7F8ED-ED92-BE68-ED0F-7E90852B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180A-8C38-4DA9-BE14-020F85743E2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762F2-3EC2-1883-A637-C7A2F918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58BD9-61AA-F12B-CAA5-CCE82E78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EFCB4-4012-4175-B15B-F2DCEFA37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30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3900B-A3ED-78F8-EE2F-E72B3E0BF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65795-4167-E2E1-28CA-523D5D14A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C2591-A951-8BEB-9ACF-45B3A7B4A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99524-4A99-A80D-3651-3FC588349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5638B-36F1-E5F4-795A-D7EB979A30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610D72-C398-8180-5135-D2D520DD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180A-8C38-4DA9-BE14-020F85743E2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BB158C-5EE9-38FD-E79C-6AEFA676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DD961-51A4-B30D-AE3D-C46A106B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EFCB4-4012-4175-B15B-F2DCEFA37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2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D08DE-46C9-4302-5705-6263C3097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957426-E4B0-DC88-2B22-442AB43E5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180A-8C38-4DA9-BE14-020F85743E2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9AB8A-7870-C0A9-C979-E5368DFE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62FAD-93C3-58C7-D4B5-82762B600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EFCB4-4012-4175-B15B-F2DCEFA37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4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4ABF28-EE84-DE86-F162-1F92C6B6B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180A-8C38-4DA9-BE14-020F85743E2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1AF13-7C5D-007C-4C0A-A86C7102C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90767-6585-8FD8-467B-3F47A81F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EFCB4-4012-4175-B15B-F2DCEFA37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87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1F634-4C37-C6AD-8F8E-B92603A78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D058D-A405-9022-2EB2-FA1B3833B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9EB0E-2D92-0299-65D8-664C63B7B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416F2-D28D-DCD0-15D1-3284588BA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180A-8C38-4DA9-BE14-020F85743E2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194BB-6A7F-FBAC-D4FD-E2ED22FD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F0225-D008-2911-B631-32A7DD13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EFCB4-4012-4175-B15B-F2DCEFA37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0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8A073-7A35-E7E8-9C1D-6B144DADA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11435-53E6-C0A1-588B-53F90C06B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F00F9-5BB3-7D1F-5569-F0047F621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E8820-CFD7-0C53-9685-AEEB9C29D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180A-8C38-4DA9-BE14-020F85743E2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52A06-7E62-BFC2-787E-6F2973ABE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E9D0B-B421-F9F5-9921-6C1BBA74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EFCB4-4012-4175-B15B-F2DCEFA37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35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2499-A717-A9BD-3912-64B9FF0F1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EE0D95-4557-14F7-1B3F-97CA30B02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FAC25-7009-B0CB-0A95-C266837F2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180A-8C38-4DA9-BE14-020F85743E2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9363D-082E-68F1-966E-F8C3FB9ED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C4705-63E1-D653-EAAC-391BB8CE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EFCB4-4012-4175-B15B-F2DCEFA37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98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466E6-D9D9-07B4-4D16-27F893083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D1618-493D-B5FE-1542-C03533452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87294-646C-B5FB-A2CF-3FD8C7FA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180A-8C38-4DA9-BE14-020F85743E2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2387B-CD11-0DD9-5AC7-0F959FAB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3B594-DBC0-96CF-4BA2-9A341971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EFCB4-4012-4175-B15B-F2DCEFA37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4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61F422-7D08-2D63-C54D-0711F8D7B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7B130-C5E3-E77E-E19E-90E474DE5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1E5C8-67F3-ED0A-F4DE-E9E0393E5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A180A-8C38-4DA9-BE14-020F85743E2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CF72C-7473-B47F-A1DA-33E4F6741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6A6B2-C7C1-5E90-2FBB-C2AC59696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EFCB4-4012-4175-B15B-F2DCEFA37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007A-EC36-372B-8420-EA8B27053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0A968-09EC-71B2-EA30-F138FB0AEF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047E1-C6AF-704A-B584-2C7F404EAE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37" t="12737" r="13474" b="13043"/>
          <a:stretch/>
        </p:blipFill>
        <p:spPr>
          <a:xfrm>
            <a:off x="242048" y="0"/>
            <a:ext cx="11883188" cy="676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17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007A-EC36-372B-8420-EA8B27053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0A968-09EC-71B2-EA30-F138FB0AEF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047E1-C6AF-704A-B584-2C7F404EAE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80" t="11508" r="46039" b="14272"/>
          <a:stretch/>
        </p:blipFill>
        <p:spPr>
          <a:xfrm>
            <a:off x="242048" y="0"/>
            <a:ext cx="6309672" cy="676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63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9241-F30E-E18A-46B8-282C2FE3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9999F-467A-A3C3-D78B-B086E37B4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43A2D-C285-6146-085A-4474299A69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9" t="17319" r="31728" b="1030"/>
          <a:stretch/>
        </p:blipFill>
        <p:spPr>
          <a:xfrm>
            <a:off x="194982" y="57596"/>
            <a:ext cx="10160256" cy="673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00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8FA7-FC6D-4F68-A983-D08BD06FC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F9446-C5F7-48D6-9933-A6A838BAD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2F415-2708-48BD-A37B-F67C738029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97" t="23679" r="34830" b="5941"/>
          <a:stretch/>
        </p:blipFill>
        <p:spPr>
          <a:xfrm>
            <a:off x="621436" y="-83372"/>
            <a:ext cx="10732364" cy="68109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8D58F4-96F9-45AE-B3C9-1E9EACA205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97" t="23679" r="34830" b="5941"/>
          <a:stretch/>
        </p:blipFill>
        <p:spPr>
          <a:xfrm>
            <a:off x="6186677" y="2139186"/>
            <a:ext cx="5383887" cy="341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61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E13-7B42-4CCD-9787-D32EB6C2A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85482-D204-4F34-A710-59688EB2C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4EACAC-D416-4FFC-8BE4-40EED58531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918" t="17166" r="34975" b="5941"/>
          <a:stretch/>
        </p:blipFill>
        <p:spPr>
          <a:xfrm>
            <a:off x="2142065" y="-9779"/>
            <a:ext cx="6993057" cy="675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03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36CD-DDDA-4A04-BF76-BD6D4D79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824FD-0922-487A-9B2C-05E236384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38A3A-3C18-4389-8FEF-4F04FF561C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32" t="25721" r="11455" b="14545"/>
          <a:stretch/>
        </p:blipFill>
        <p:spPr>
          <a:xfrm>
            <a:off x="544252" y="365125"/>
            <a:ext cx="7098037" cy="29783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A49FF9-A054-4F1A-83AE-2524738C53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837" t="32835" r="12639" b="14545"/>
          <a:stretch/>
        </p:blipFill>
        <p:spPr>
          <a:xfrm>
            <a:off x="3783435" y="1124124"/>
            <a:ext cx="6769915" cy="528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77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D857A-7A26-43E1-B0FA-9655B8662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F526A-3C2D-45B1-A2C9-FBB232725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63691-4E1B-42FF-9E17-9768EE975B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15" t="19417" r="6875" b="12233"/>
          <a:stretch/>
        </p:blipFill>
        <p:spPr>
          <a:xfrm>
            <a:off x="0" y="1038688"/>
            <a:ext cx="12166381" cy="527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72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426D-49CE-4866-992B-BD5EE93A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F6F3F8-0D62-4BBB-AD3A-D6A324357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489" y="469783"/>
            <a:ext cx="5436511" cy="5436511"/>
          </a:xfrm>
        </p:spPr>
      </p:pic>
    </p:spTree>
    <p:extLst>
      <p:ext uri="{BB962C8B-B14F-4D97-AF65-F5344CB8AC3E}">
        <p14:creationId xmlns:p14="http://schemas.microsoft.com/office/powerpoint/2010/main" val="3005326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B046E-2FC3-4408-8943-A295B7B1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13933-3B51-4EDA-84AA-EFE19A6C6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3D25FF-643A-4449-A932-485EBBF2A7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44" t="12939" r="26239" b="1824"/>
          <a:stretch/>
        </p:blipFill>
        <p:spPr>
          <a:xfrm>
            <a:off x="2919368" y="328422"/>
            <a:ext cx="6778305" cy="628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15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10840-F603-4F95-B58F-FF591111C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2F9E3-867A-49C4-B478-7EA6C740C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F3E6C2-B2C2-41DE-9F78-7E7E2997F7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9" t="17249" r="1687" b="13394"/>
          <a:stretch/>
        </p:blipFill>
        <p:spPr>
          <a:xfrm>
            <a:off x="343949" y="209318"/>
            <a:ext cx="10727483" cy="628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30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B046E-2FC3-4408-8943-A295B7B1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13933-3B51-4EDA-84AA-EFE19A6C6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E4785-F443-486F-A3AF-B6CAEAD140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71" t="27039" r="16949" b="5381"/>
          <a:stretch/>
        </p:blipFill>
        <p:spPr>
          <a:xfrm>
            <a:off x="1350628" y="365125"/>
            <a:ext cx="8892331" cy="641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916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Letcher, Benjamin</dc:creator>
  <cp:lastModifiedBy>Benjamin Letcher</cp:lastModifiedBy>
  <cp:revision>13</cp:revision>
  <dcterms:created xsi:type="dcterms:W3CDTF">2024-12-17T21:14:20Z</dcterms:created>
  <dcterms:modified xsi:type="dcterms:W3CDTF">2025-04-25T20:36:50Z</dcterms:modified>
</cp:coreProperties>
</file>